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229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CROWDFUNDING PROTOTYPE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CrowdHeal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8368" y="3858768"/>
            <a:ext cx="1005840" cy="0"/>
          </a:xfrm>
          <a:prstGeom prst="line">
            <a:avLst/>
          </a:prstGeom>
          <a:noFill/>
          <a:ln w="3175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416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crowdfunding prototype that helps families/individuals share treatment needs and lets supporters find campaigns to help.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1241755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12417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64715" y="5029200"/>
            <a:ext cx="793699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4715" y="5029200"/>
            <a:ext cx="79369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41294" y="50292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CROWDHEAL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548640" cy="54864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" y="1811426"/>
            <a:ext cx="400507" cy="400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916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treatment can create urgent costs for families.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971800"/>
            <a:ext cx="548640" cy="54864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" y="3045866"/>
            <a:ext cx="400507" cy="4005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9260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who cannot afford such huge medical expenses need a simple way to explain what care is needed and how much it may cost.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223760" y="1600200"/>
            <a:ext cx="4343400" cy="3977640"/>
          </a:xfrm>
          <a:prstGeom prst="roundRect">
            <a:avLst>
              <a:gd name="adj" fmla="val 1839"/>
            </a:avLst>
          </a:prstGeom>
          <a:solidFill>
            <a:srgbClr val="F0B42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9"/>
          <p:cNvSpPr/>
          <p:nvPr/>
        </p:nvSpPr>
        <p:spPr>
          <a:xfrm>
            <a:off x="75438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543800" y="2194560"/>
            <a:ext cx="3703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CrowdHeal connects those families with people willing to contribute or share their campaign.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7562088" y="4160520"/>
            <a:ext cx="640080" cy="0"/>
          </a:xfrm>
          <a:prstGeom prst="line">
            <a:avLst/>
          </a:prstGeom>
          <a:noFill/>
          <a:ln w="25400">
            <a:solidFill>
              <a:srgbClr val="1E2A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43800" y="4343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4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story becomes shared support.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392424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main user journeys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7393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" y="2139696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2139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" y="2423160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569464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1508" y="2747772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13" name="Shape 11"/>
          <p:cNvSpPr/>
          <p:nvPr/>
        </p:nvSpPr>
        <p:spPr>
          <a:xfrm>
            <a:off x="3515868" y="2139696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515868" y="2139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51860" y="2514600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5012" y="2569464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campaign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24728" y="2747772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9088" y="2139696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2139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514600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2569464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its progress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727948" y="2747772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23" name="Shape 21"/>
          <p:cNvSpPr/>
          <p:nvPr/>
        </p:nvSpPr>
        <p:spPr>
          <a:xfrm>
            <a:off x="9322308" y="2139696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4" name="Text 22"/>
          <p:cNvSpPr/>
          <p:nvPr/>
        </p:nvSpPr>
        <p:spPr>
          <a:xfrm>
            <a:off x="9322308" y="2139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58300" y="2514600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1452" y="2569464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or remove it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1E2A4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1605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" y="4517136"/>
            <a:ext cx="310896" cy="310896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77393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946904"/>
            <a:ext cx="162763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campaigns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340864" y="5125212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5224" y="4517136"/>
            <a:ext cx="310896" cy="310896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35" name="Text 33"/>
          <p:cNvSpPr/>
          <p:nvPr/>
        </p:nvSpPr>
        <p:spPr>
          <a:xfrm>
            <a:off x="2935224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871216" y="4892040"/>
            <a:ext cx="177393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44368" y="4946904"/>
            <a:ext cx="162763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cause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5125212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39" name="Shape 37"/>
          <p:cNvSpPr/>
          <p:nvPr/>
        </p:nvSpPr>
        <p:spPr>
          <a:xfrm>
            <a:off x="5257800" y="4517136"/>
            <a:ext cx="310896" cy="310896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193792" y="4892040"/>
            <a:ext cx="177393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4946904"/>
            <a:ext cx="162763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its details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986016" y="5125212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44" name="Shape 42"/>
          <p:cNvSpPr/>
          <p:nvPr/>
        </p:nvSpPr>
        <p:spPr>
          <a:xfrm>
            <a:off x="7580376" y="4517136"/>
            <a:ext cx="310896" cy="310896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45" name="Text 43"/>
          <p:cNvSpPr/>
          <p:nvPr/>
        </p:nvSpPr>
        <p:spPr>
          <a:xfrm>
            <a:off x="7580376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516368" y="4892040"/>
            <a:ext cx="177393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4946904"/>
            <a:ext cx="162763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donation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9308592" y="5125212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49" name="Shape 47"/>
          <p:cNvSpPr/>
          <p:nvPr/>
        </p:nvSpPr>
        <p:spPr>
          <a:xfrm>
            <a:off x="9902952" y="4517136"/>
            <a:ext cx="310896" cy="310896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50" name="Text 48"/>
          <p:cNvSpPr/>
          <p:nvPr/>
        </p:nvSpPr>
        <p:spPr>
          <a:xfrm>
            <a:off x="9902952" y="45171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838944" y="4892040"/>
            <a:ext cx="1773936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12096" y="4946904"/>
            <a:ext cx="162763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campaign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4632" y="1490472"/>
            <a:ext cx="3602736" cy="2944366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3383280" cy="777240"/>
          </a:xfrm>
          <a:prstGeom prst="roundRect">
            <a:avLst>
              <a:gd name="adj" fmla="val 4706"/>
            </a:avLst>
          </a:prstGeom>
          <a:solidFill>
            <a:srgbClr val="F0B42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3383280" cy="502920"/>
          </a:xfrm>
          <a:prstGeom prst="roundRect">
            <a:avLst>
              <a:gd name="adj" fmla="val 7273"/>
            </a:avLst>
          </a:prstGeom>
          <a:solidFill>
            <a:srgbClr val="F1F3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14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3383280" cy="502920"/>
          </a:xfrm>
          <a:prstGeom prst="roundRect">
            <a:avLst>
              <a:gd name="adj" fmla="val 7273"/>
            </a:avLst>
          </a:prstGeom>
          <a:solidFill>
            <a:srgbClr val="FBE7B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794760"/>
            <a:ext cx="3383280" cy="502920"/>
          </a:xfrm>
          <a:prstGeom prst="roundRect">
            <a:avLst>
              <a:gd name="adj" fmla="val 7273"/>
            </a:avLst>
          </a:prstGeom>
          <a:solidFill>
            <a:srgbClr val="F1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94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15544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 </a:t>
            </a: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the service and links to Start a Fundraiser and Browse Campaigns.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343400" y="2395728"/>
            <a:ext cx="731520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4688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illustration: </a:t>
            </a:r>
            <a:r>
              <a:rPr lang="en-US" sz="13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illustration that </a:t>
            </a: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page's emotional tone.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43400" y="3310128"/>
            <a:ext cx="731520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3832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</a:t>
            </a:r>
            <a:r>
              <a:rPr lang="en-US" sz="13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present</a:t>
            </a: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slideshow of eight sample recovery stories.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343400" y="4224528"/>
            <a:ext cx="731520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2976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CrowdHeal works  </a:t>
            </a: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sharing a story, reaching a community, and helping fund care.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343400" y="52120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campaign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0B42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2763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campaigns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627632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 the treatment category, location, hospital, story, fundraising progress, donor count, and time remaining.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CAN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34" y="3954094"/>
            <a:ext cx="367132" cy="3671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3858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44348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campaign, hospital, or treatment.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89120" y="3657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17720" y="3886200"/>
            <a:ext cx="502920" cy="50292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614" y="3954094"/>
            <a:ext cx="367132" cy="3671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3858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17720" y="44348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229600" y="3657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58200" y="3886200"/>
            <a:ext cx="502920" cy="50292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094" y="3954094"/>
            <a:ext cx="367132" cy="3671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98280" y="38587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458200" y="443484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urgency, donor count, amount raised, goal progress, or recency.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details and giving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campaign detail page presents the patient's story and fundraising progress. Visitors can choose or enter a donation amount, provide their name and email, and share the campaign.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6035040" cy="1600200"/>
          </a:xfrm>
          <a:prstGeom prst="roundRect">
            <a:avLst>
              <a:gd name="adj" fmla="val 4571"/>
            </a:avLst>
          </a:prstGeom>
          <a:solidFill>
            <a:srgbClr val="FFF6E3"/>
          </a:solidFill>
          <a:ln w="15875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DETAIL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i="1" dirty="0">
                <a:solidFill>
                  <a:srgbClr val="6B5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update campaign totals in the browser. The project does not connect to a real payment processor.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1737360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26680" y="1645920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6459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or enter a donation amount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2468880"/>
            <a:ext cx="0" cy="457200"/>
          </a:xfrm>
          <a:prstGeom prst="line">
            <a:avLst/>
          </a:prstGeom>
          <a:noFill/>
          <a:ln w="25400">
            <a:solidFill>
              <a:srgbClr val="F0B42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132320" y="3017520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26680" y="2926080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92608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name and email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3749040"/>
            <a:ext cx="0" cy="457200"/>
          </a:xfrm>
          <a:prstGeom prst="line">
            <a:avLst/>
          </a:prstGeom>
          <a:noFill/>
          <a:ln w="25400">
            <a:solidFill>
              <a:srgbClr val="F0B42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132320" y="4297680"/>
            <a:ext cx="457200" cy="45720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26680" y="4206240"/>
            <a:ext cx="393192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420624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campaign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CREATION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fundraiser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creation form gathers campaign and patient information, hospital and location, treatment category, fundraising duration, goal, and an image URL. The image URL is required and previewed in the 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0299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42316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patient info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07208" y="2423160"/>
            <a:ext cx="20299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42316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location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65776" y="2423160"/>
            <a:ext cx="20299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242316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category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24344" y="2423160"/>
            <a:ext cx="20299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496" y="242316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duration &amp; goal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82912" y="2423160"/>
            <a:ext cx="20299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56064" y="242316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URL (required, previewed)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PUBLISHING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" y="3904488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3904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334256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checked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1508" y="4512564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23" name="Shape 21"/>
          <p:cNvSpPr/>
          <p:nvPr/>
        </p:nvSpPr>
        <p:spPr>
          <a:xfrm>
            <a:off x="3515868" y="3904488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4" name="Text 22"/>
          <p:cNvSpPr/>
          <p:nvPr/>
        </p:nvSpPr>
        <p:spPr>
          <a:xfrm>
            <a:off x="3515868" y="3904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51860" y="4279392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5012" y="4334256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goal checked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24728" y="4512564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9088" y="3904488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9" name="Text 27"/>
          <p:cNvSpPr/>
          <p:nvPr/>
        </p:nvSpPr>
        <p:spPr>
          <a:xfrm>
            <a:off x="6419088" y="3904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55080" y="4279392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334256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published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727948" y="4512564"/>
            <a:ext cx="237744" cy="310896"/>
          </a:xfrm>
          <a:prstGeom prst="chevron">
            <a:avLst/>
          </a:prstGeom>
          <a:solidFill>
            <a:srgbClr val="F0B429"/>
          </a:solidFill>
          <a:ln/>
        </p:spPr>
      </p:sp>
      <p:sp>
        <p:nvSpPr>
          <p:cNvPr id="33" name="Shape 31"/>
          <p:cNvSpPr/>
          <p:nvPr/>
        </p:nvSpPr>
        <p:spPr>
          <a:xfrm>
            <a:off x="9322308" y="3904488"/>
            <a:ext cx="310896" cy="310896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34" name="Text 32"/>
          <p:cNvSpPr/>
          <p:nvPr/>
        </p:nvSpPr>
        <p:spPr>
          <a:xfrm>
            <a:off x="9322308" y="39044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258300" y="4279392"/>
            <a:ext cx="23545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31452" y="4334256"/>
            <a:ext cx="2208276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from dashboard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FUNDRAISER TOOLS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Fundraiser dashboard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FUNDRAISER'S DASHBOARD SHOWS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0B42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Amount raised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57860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4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percentage of goal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0B429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count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257860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4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latest 5 donations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18745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0B429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story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2578608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4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details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416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94560" y="4041648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40416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4041648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E2A44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0416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404164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campaigns.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FFF6E3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8463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campaign also removes its saved donation history.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Accounts, navigation, and interface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" y="1948586"/>
            <a:ext cx="400507" cy="4005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562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and account creation support the fundraiser workflow.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586" y="1948586"/>
            <a:ext cx="400507" cy="40050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8562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menu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4652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details, dashboard access, and log out; signed-out visitors can choose sign in or create an account.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931920"/>
            <a:ext cx="548640" cy="54864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" y="4005986"/>
            <a:ext cx="400507" cy="40050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9136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layout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22960" y="45262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smaller screens, with responsive grids and mobile navigation.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72200" y="36576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3931920"/>
            <a:ext cx="548640" cy="548640"/>
          </a:xfrm>
          <a:prstGeom prst="ellipse">
            <a:avLst/>
          </a:prstGeom>
          <a:solidFill>
            <a:srgbClr val="FBE7B4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586" y="4005986"/>
            <a:ext cx="400507" cy="40050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39136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446520" y="45262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HTML, CSS, and JavaScript..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3246120"/>
            <a:ext cx="4023360" cy="3749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3000" b="1" dirty="0">
                <a:solidFill>
                  <a:srgbClr val="F1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9905695" y="2926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0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</a:t>
            </a:r>
            <a:r>
              <a:rPr lang="en-US" b="1" dirty="0">
                <a:solidFill>
                  <a:srgbClr val="E85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demonstrates — and what it doesn't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THE BROWSER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and donation activity live in browser localStorage.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and session data uses </a:t>
            </a:r>
            <a:r>
              <a:rPr lang="en-US" sz="1250" dirty="0" err="1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data is limited to that browser and device.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5875">
            <a:solidFill>
              <a:srgbClr val="F0B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986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CLAIMS, NOT IMPLEMENTED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verification and direct hospital payouts are page text, not backend services.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payment processing or payout system.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Home-page impact statistics are static display figures.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70832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891387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CrowdHeal demonstrates the core journey from sharing a medical need to tracking community support. 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CrowdHeal — medical crowdfunding prototype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28655" y="6528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718</Words>
  <Application>Microsoft Office PowerPoint</Application>
  <PresentationFormat>Widescreen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Reddy</cp:lastModifiedBy>
  <cp:revision>3</cp:revision>
  <dcterms:created xsi:type="dcterms:W3CDTF">2026-09-24T18:38:30Z</dcterms:created>
  <dcterms:modified xsi:type="dcterms:W3CDTF">2026-10-09T04:19:09Z</dcterms:modified>
</cp:coreProperties>
</file>