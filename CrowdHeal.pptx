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114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9229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40080" y="3154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CROWDFUNDING PROTOTYPE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21945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CrowdHeal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58368" y="3858768"/>
            <a:ext cx="1005840" cy="0"/>
          </a:xfrm>
          <a:prstGeom prst="line">
            <a:avLst/>
          </a:prstGeom>
          <a:noFill/>
          <a:ln w="31750">
            <a:solidFill>
              <a:srgbClr val="F0B4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04164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 crowdfunding prototype that helps families/individuals share treatment needs and lets supporters find campaigns to help.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1241755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124175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Fundraisers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064715" y="5029200"/>
            <a:ext cx="793699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64715" y="5029200"/>
            <a:ext cx="79369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41294" y="502920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CROWDHEAL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73736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" y="1811426"/>
            <a:ext cx="400507" cy="40050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69164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treatment can create urgent costs for families.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94360" y="297180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" y="3045866"/>
            <a:ext cx="400507" cy="40050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92608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who cannot afford such huge medical expenses need a simple way to explain what care is needed and how much it may cost.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223760" y="1600200"/>
            <a:ext cx="4343400" cy="3977640"/>
          </a:xfrm>
          <a:prstGeom prst="roundRect">
            <a:avLst>
              <a:gd name="adj" fmla="val 1839"/>
            </a:avLst>
          </a:prstGeom>
          <a:solidFill>
            <a:srgbClr val="F0B429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9"/>
          <p:cNvSpPr/>
          <p:nvPr/>
        </p:nvSpPr>
        <p:spPr>
          <a:xfrm>
            <a:off x="754380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7543800" y="2194560"/>
            <a:ext cx="3703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CrowdHeal connects those families with people willing to contribute or share their campaign.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7562088" y="4160520"/>
            <a:ext cx="640080" cy="0"/>
          </a:xfrm>
          <a:prstGeom prst="line">
            <a:avLst/>
          </a:prstGeom>
          <a:noFill/>
          <a:ln w="25400">
            <a:solidFill>
              <a:srgbClr val="1E2A4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543800" y="43434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A4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story becomes shared support.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392424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UX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main user journeys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0B429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773936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FUNDRAISERS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2648" y="2139696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2139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" y="2423160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569464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921508" y="274777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13" name="Shape 11"/>
          <p:cNvSpPr/>
          <p:nvPr/>
        </p:nvSpPr>
        <p:spPr>
          <a:xfrm>
            <a:off x="3515868" y="2139696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4" name="Text 12"/>
          <p:cNvSpPr/>
          <p:nvPr/>
        </p:nvSpPr>
        <p:spPr>
          <a:xfrm>
            <a:off x="3515868" y="2139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51860" y="2514600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5012" y="2569464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 campaign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24728" y="274777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9088" y="2139696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9" name="Text 17"/>
          <p:cNvSpPr/>
          <p:nvPr/>
        </p:nvSpPr>
        <p:spPr>
          <a:xfrm>
            <a:off x="6419088" y="2139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2514600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2569464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its progress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727948" y="274777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23" name="Shape 21"/>
          <p:cNvSpPr/>
          <p:nvPr/>
        </p:nvSpPr>
        <p:spPr>
          <a:xfrm>
            <a:off x="9322308" y="2139696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24" name="Text 22"/>
          <p:cNvSpPr/>
          <p:nvPr/>
        </p:nvSpPr>
        <p:spPr>
          <a:xfrm>
            <a:off x="9322308" y="2139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258300" y="2514600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31452" y="2569464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or remove it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1E2A44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4517136"/>
            <a:ext cx="310896" cy="31089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4517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77393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4946904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campaigns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2340864" y="512521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5224" y="4517136"/>
            <a:ext cx="310896" cy="31089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35" name="Text 33"/>
          <p:cNvSpPr/>
          <p:nvPr/>
        </p:nvSpPr>
        <p:spPr>
          <a:xfrm>
            <a:off x="2935224" y="4517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871216" y="4892040"/>
            <a:ext cx="177393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44368" y="4946904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cause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663440" y="512521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4517136"/>
            <a:ext cx="310896" cy="31089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40" name="Text 38"/>
          <p:cNvSpPr/>
          <p:nvPr/>
        </p:nvSpPr>
        <p:spPr>
          <a:xfrm>
            <a:off x="5257800" y="4517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193792" y="4892040"/>
            <a:ext cx="177393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66944" y="4946904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its details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986016" y="512521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44" name="Shape 42"/>
          <p:cNvSpPr/>
          <p:nvPr/>
        </p:nvSpPr>
        <p:spPr>
          <a:xfrm>
            <a:off x="7580376" y="4517136"/>
            <a:ext cx="310896" cy="31089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45" name="Text 43"/>
          <p:cNvSpPr/>
          <p:nvPr/>
        </p:nvSpPr>
        <p:spPr>
          <a:xfrm>
            <a:off x="7580376" y="4517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516368" y="4892040"/>
            <a:ext cx="177393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89520" y="4946904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donation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308592" y="512521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49" name="Shape 47"/>
          <p:cNvSpPr/>
          <p:nvPr/>
        </p:nvSpPr>
        <p:spPr>
          <a:xfrm>
            <a:off x="9902952" y="4517136"/>
            <a:ext cx="310896" cy="31089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517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9838944" y="4892040"/>
            <a:ext cx="177393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912096" y="4946904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campaign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STRUCTURE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page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84632" y="1490472"/>
            <a:ext cx="3602736" cy="2944366"/>
          </a:xfrm>
          <a:prstGeom prst="roundRect">
            <a:avLst>
              <a:gd name="adj" fmla="val 1542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600200"/>
            <a:ext cx="3383280" cy="777240"/>
          </a:xfrm>
          <a:prstGeom prst="roundRect">
            <a:avLst>
              <a:gd name="adj" fmla="val 4706"/>
            </a:avLst>
          </a:prstGeom>
          <a:solidFill>
            <a:srgbClr val="F0B42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002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514600"/>
            <a:ext cx="3383280" cy="502920"/>
          </a:xfrm>
          <a:prstGeom prst="roundRect">
            <a:avLst>
              <a:gd name="adj" fmla="val 7273"/>
            </a:avLst>
          </a:prstGeom>
          <a:solidFill>
            <a:srgbClr val="F1F3F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5146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3154680"/>
            <a:ext cx="3383280" cy="502920"/>
          </a:xfrm>
          <a:prstGeom prst="roundRect">
            <a:avLst>
              <a:gd name="adj" fmla="val 7273"/>
            </a:avLst>
          </a:prstGeom>
          <a:solidFill>
            <a:srgbClr val="FBE7B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731520" y="31546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stories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794760"/>
            <a:ext cx="3383280" cy="502920"/>
          </a:xfrm>
          <a:prstGeom prst="roundRect">
            <a:avLst>
              <a:gd name="adj" fmla="val 7273"/>
            </a:avLst>
          </a:prstGeom>
          <a:solidFill>
            <a:srgbClr val="F1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7947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4348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43400" y="15544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section  </a:t>
            </a: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Introduces the service and links to Start a Fundraiser and Browse Campaigns.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343400" y="2395728"/>
            <a:ext cx="731520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3400" y="24688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illustration: </a:t>
            </a:r>
            <a:r>
              <a:rPr lang="en-US" sz="13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illustration that </a:t>
            </a: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the page's emotional tone.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343400" y="3310128"/>
            <a:ext cx="731520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33832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stories</a:t>
            </a:r>
            <a:r>
              <a:rPr lang="en-US" sz="13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present</a:t>
            </a: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slideshow of eight sample recovery stories.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343400" y="4224528"/>
            <a:ext cx="731520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43400" y="42976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CrowdHeal works  </a:t>
            </a: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sharing a story, reaching a community, and helping fund care.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343400" y="52120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 campaign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0B429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27632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39572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campaigns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20440" y="1627632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show the treatment category, location, hospital, story, fundraising progress, donor count, and time remaining.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 CAN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134" y="3954094"/>
            <a:ext cx="367132" cy="36713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17320" y="38587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77240" y="44348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campaign, hospital, or treatment.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389120" y="36576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617720" y="3886200"/>
            <a:ext cx="502920" cy="50292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5614" y="3954094"/>
            <a:ext cx="367132" cy="3671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38587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4617720" y="44348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category.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229600" y="36576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458200" y="3886200"/>
            <a:ext cx="502920" cy="50292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094" y="3954094"/>
            <a:ext cx="367132" cy="36713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9098280" y="38587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458200" y="44348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urgency, donor count, amount raised, goal progress, or recency.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FLOW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 details and giving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035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2000"/>
              </a:lnSpc>
              <a:buNone/>
            </a:pPr>
            <a:r>
              <a:rPr lang="en-US" sz="14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campaign detail page presents the patient's story and fundraising progress. Visitors can choose or enter a donation amount, provide their name and email, and share the campaign.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6035040" cy="1600200"/>
          </a:xfrm>
          <a:prstGeom prst="roundRect">
            <a:avLst>
              <a:gd name="adj" fmla="val 4571"/>
            </a:avLst>
          </a:prstGeom>
          <a:solidFill>
            <a:srgbClr val="FFF6E3"/>
          </a:solidFill>
          <a:ln w="15875">
            <a:solidFill>
              <a:srgbClr val="F0B4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429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DETAIL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i="1" dirty="0">
                <a:solidFill>
                  <a:srgbClr val="6B5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Donations update campaign totals in the browser. The project does not connect to a real payment processor.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1737360"/>
            <a:ext cx="457200" cy="45720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26680" y="1645920"/>
            <a:ext cx="393192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164592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or enter a donation amount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89520" y="2468880"/>
            <a:ext cx="0" cy="457200"/>
          </a:xfrm>
          <a:prstGeom prst="line">
            <a:avLst/>
          </a:prstGeom>
          <a:noFill/>
          <a:ln w="25400">
            <a:solidFill>
              <a:srgbClr val="F0B42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32320" y="3017520"/>
            <a:ext cx="457200" cy="45720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26680" y="2926080"/>
            <a:ext cx="393192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09560" y="292608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name and email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589520" y="3749040"/>
            <a:ext cx="0" cy="457200"/>
          </a:xfrm>
          <a:prstGeom prst="line">
            <a:avLst/>
          </a:prstGeom>
          <a:noFill/>
          <a:ln w="25400">
            <a:solidFill>
              <a:srgbClr val="F0B42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32320" y="4297680"/>
            <a:ext cx="457200" cy="45720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726680" y="4206240"/>
            <a:ext cx="393192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09560" y="420624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campaign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CREATION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a fundraiser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creation form gathers campaign and patient information, hospital and location, treatment category, fundraising duration, goal, and an image URL. The image URL is required and previewed in the form.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202996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423160"/>
            <a:ext cx="1883664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&amp; patient info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2423160"/>
            <a:ext cx="202996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2423160"/>
            <a:ext cx="1883664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&amp; location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65776" y="2423160"/>
            <a:ext cx="202996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38928" y="2423160"/>
            <a:ext cx="1883664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category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24344" y="2423160"/>
            <a:ext cx="202996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7496" y="2423160"/>
            <a:ext cx="1883664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Fundraising duration &amp; goal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582912" y="2423160"/>
            <a:ext cx="202996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56064" y="2423160"/>
            <a:ext cx="1883664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URL (required, previewed)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PUBLISHING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" y="3904488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39044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79392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4334256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fields checked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921508" y="4512564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23" name="Shape 21"/>
          <p:cNvSpPr/>
          <p:nvPr/>
        </p:nvSpPr>
        <p:spPr>
          <a:xfrm>
            <a:off x="3515868" y="3904488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24" name="Text 22"/>
          <p:cNvSpPr/>
          <p:nvPr/>
        </p:nvSpPr>
        <p:spPr>
          <a:xfrm>
            <a:off x="3515868" y="39044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51860" y="4279392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25012" y="4334256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goal checked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824728" y="4512564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28" name="Shape 26"/>
          <p:cNvSpPr/>
          <p:nvPr/>
        </p:nvSpPr>
        <p:spPr>
          <a:xfrm>
            <a:off x="6419088" y="3904488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29" name="Text 27"/>
          <p:cNvSpPr/>
          <p:nvPr/>
        </p:nvSpPr>
        <p:spPr>
          <a:xfrm>
            <a:off x="6419088" y="39044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355080" y="4279392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334256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published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727948" y="4512564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33" name="Shape 31"/>
          <p:cNvSpPr/>
          <p:nvPr/>
        </p:nvSpPr>
        <p:spPr>
          <a:xfrm>
            <a:off x="9322308" y="3904488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34" name="Text 32"/>
          <p:cNvSpPr/>
          <p:nvPr/>
        </p:nvSpPr>
        <p:spPr>
          <a:xfrm>
            <a:off x="9322308" y="39044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258300" y="4279392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31452" y="4334256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from dashboard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FUNDRAISER TOOLS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Fundraiser dashboard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FUNDRAISER'S DASHBOARD SHOWS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0B42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116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Amount raised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578608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4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percentage of goal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18745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0116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Donor count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17720" y="2578608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4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latest 5 donations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0" y="18745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0B429"/>
          </a:solidFill>
          <a:ln/>
        </p:spPr>
      </p:sp>
      <p:sp>
        <p:nvSpPr>
          <p:cNvPr id="14" name="Text 12"/>
          <p:cNvSpPr/>
          <p:nvPr/>
        </p:nvSpPr>
        <p:spPr>
          <a:xfrm>
            <a:off x="8458200" y="20116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 story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58200" y="2578608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4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details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CAN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041648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1E2A4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04164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94560" y="4041648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1E2A44"/>
          </a:solidFill>
          <a:ln/>
        </p:spPr>
      </p:sp>
      <p:sp>
        <p:nvSpPr>
          <p:cNvPr id="20" name="Text 18"/>
          <p:cNvSpPr/>
          <p:nvPr/>
        </p:nvSpPr>
        <p:spPr>
          <a:xfrm>
            <a:off x="2194560" y="404164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40480" y="4041648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1E2A44"/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0" y="404164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32120" y="40416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campaigns.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FFF6E3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8463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5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 campaign also removes its saved donation history.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Accounts, navigation, and interface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" y="1948586"/>
            <a:ext cx="400507" cy="40050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8562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22960" y="24688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and account creation support the fundraiser workflow.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72200" y="160020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187452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586" y="1948586"/>
            <a:ext cx="400507" cy="40050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8562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menu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46520" y="24688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details, dashboard access, and log out; signed-out visitors can choose sign in or create an account.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393192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026" y="4005986"/>
            <a:ext cx="400507" cy="40050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3913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layout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2960" y="45262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to smaller screens, with responsive grids and mobile navigation.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172200" y="365760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46520" y="393192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0586" y="4005986"/>
            <a:ext cx="400507" cy="40050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3913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46520" y="45262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HTML, CSS, and JavaScript..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prototype demonstrates — and what it doesn't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THE BROWSER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 and donation activity live in browser localStorage.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and session data uses </a:t>
            </a:r>
            <a:r>
              <a:rPr lang="en-US" sz="1250" dirty="0" err="1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</a:t>
            </a: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data is limited to that browser and device.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5875">
            <a:solidFill>
              <a:srgbClr val="F0B42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965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CLAIMS, NOT IMPLEMENTED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37960" y="22860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verification and direct hospital payouts are page text, not backend services.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payment processing or payout system.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Home-page impact statistics are static display figures.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70832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0B42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537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8680" y="4891387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4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CrowdHeal demonstrates the core journey from sharing a medical need to tracking community support. 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718</Words>
  <Application>Microsoft Office PowerPoint</Application>
  <PresentationFormat>Widescreen</PresentationFormat>
  <Paragraphs>171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Akshay Reddy</cp:lastModifiedBy>
  <cp:revision>3</cp:revision>
  <dcterms:created xsi:type="dcterms:W3CDTF">2026-09-24T18:38:30Z</dcterms:created>
  <dcterms:modified xsi:type="dcterms:W3CDTF">2026-10-09T05:13:53Z</dcterms:modified>
</cp:coreProperties>
</file>